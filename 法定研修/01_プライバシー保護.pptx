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月の職員研修を始めます。本日のテーマは、プライバシー保護と個人情報管理です。介護施設は、利用者の名前、住所、家族関係、病名、財産、生活歴、本当に多くの個人情報を扱います。そのほとんどが、要配慮個人情報、と呼ばれる特に保護が必要な情報です。今日は、空間としてのプライバシー、そして、情報としての個人情報の管理。両方の観点で、私たちが日々取り組むべきことを学んで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個人情報保護法と、要配慮個人情報の定義を理解すること。2つ目、取得、利用、第三者提供のルールと同意取得の手順を知ること。3つ目、空間としてのプライバシー、居室、浴室、トイレでの配慮を実践できること。4つ目、紙、電子データ、写真、SNSなど、情報媒体ごとの管理ルールを理解すること。5つ目、漏えい時の対応と、その影響を理解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個人情報、とは何かを確認します。個人情報保護法では、生存する個人に関する情報で、特定の個人を識別できるもの、と定義されています。氏名、住所、生年月日、電話番号、顔写真、声紋、指紋、マイナンバー、これらはすべて個人情報です。また、他の情報と組み合わせて特定できるものも、個人情報。施設で記録するほぼすべての情報が、個人情報にあたる、と思っていただいて良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に、要配慮個人情報、について理解しましょう。これは、本人の人種、信条、社会的身分、病歴、犯罪歴、犯罪被害の事実、心身の機能の障害、健診結果、など、不当な差別や偏見が生じる恐れのある情報です。介護施設では、病名、要介護度、認知症の有無、医療処置の内容、これらすべてが要配慮個人情報です。通常の個人情報よりも、取得時に本人の明示的な同意が必要、漏えい時の影響も大きい、と心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情報の取得と、同意の取り方です。取得時、利用目的を明示する。介護サービス提供のため、医療連携のため、緊急時の家族連絡のため、など具体的に。同意書を取得する。書面で、明示的に。サインをもらう。目的外の利用は禁止。例えば、介護のために取得した情報を、施設のPRに使う、はNG。新たな利用が必要になったら、改めて同意を取り直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情報を、第三者、つまり外部に提供する場合のルールです。原則、本人の同意が必要。例外として認められるのは、法令に基づく場合、警察、保健所への通報。人の生命、身体、財産の保護のために必要な場合。公衆衛生の向上、児童の健全育成のために必要な場合。本人の同意を得るのが困難な、認知症、意識不明などのケース。それでも、家族への連絡、医療機関への情報提供、原則、事前の包括同意を取って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間としてのプライバシーを確認します。居室。ノックしてから入る、許可を得てから入る、これは基本中の基本です。浴室。タオルやカーテンで身体を覆う、必要以上に肌を露出させない。トイレ。ドアを必ず閉める、声かけしてから介助する。排泄、入浴の場面で、廊下から見えないか、声が漏れていないか、常に意識する。施設は『生活の場』であって、『流れ作業の場』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的な情報管理を確認します。紙の記録物、利用者ノート、申し送りノート、診療情報、これらは鍵のかかる場所に保管。持ち出し禁止。やむを得ず持ち出す場合は、上司の許可を得て、紛失リスクを最小化。破棄、シュレッダー、または専門業者の引き取り。一般ゴミに出さない。ホワイトボード、申し送り板、利用者の名前、状態、誰でも見える場所に書かない。面会者、業者、配食業者、清掃業者なども、施設内を移動します。配慮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電子データの管理です。施設内のパソコン、タブレット、スマホ、すべてパスワード設定。離席時はロック、シャットダウン。USBメモリの使用は原則禁止、必要時は暗号化。個人のスマホ、SNSアカウントから業務情報にアクセスしない。利用者の写真、動画、業務用以外の機器に保存しない。クラウド利用、外部サービスは、施設の承認を得たものの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Sの利用について、改めて強調します。業務に関する投稿は、原則禁止。利用者、ご家族の写真、動画は、たとえ匿名でも、たとえ自分の家族にだけ送るつもりでも、絶対に外部に出さない。他の職員のSNSが不適切と気づいたら、本人と上司に伝える。退職後も守秘義務は続きます。元同僚との会話、退職後のSNSにも注意。1度の投稿が、施設全体の信頼を一夜で崩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申し送りでの情報共有です。ステーションで、職員Aが、面会客の前で、『HHさんは今日も便失禁が、JJさんはまた血糖値が高くて』と話していました。面会客は、自分の家族のことではないけれど、内容ははっきり聞こえました。申し送りは、人目人耳のない場所で、または、面会客が周囲にいないことを確認してから。ホワイトボード、申し送り板も、誰が見える場所か、再確認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写真投稿の事例です。夏祭りで、職員Bが、利用者と職員の集合写真を、自分のインスタグラムに投稿しました。アカウントは鍵あり、と本人は思っていましたが、フォロワーには元同僚や親戚もいました。翌日、ご家族から『母の写真がインスタに載っているのを知人から聞いた』と苦情が入りました。鍵あり、フォロワー限定、それでも個人情報の漏えいです。業務に関する写真は、施設の公式ルートでのみ発信、これが原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家族からの電話照会です。夜勤中、『母のJJの息子です、母の今日の様子と、薬の内容を教えてください』と電話。普段のキーパーソンは娘さん、息子さんの記録なし。C職員は、家族だから、と『今日は元気でした、薬は△△です』と答えてしまいました。電話照会は、本人確認の確実な方法がない以上、原則、その場では答えない。後日、登録されているキーパーソン経由で確認、または、施設長承認のもとで対応。電話だけで個人情報を出さない、これを徹底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、USB紛失の事例です。職員Dが、自宅で記録を整理するため、業務用パソコンから利用者情報をUSBに保存して持ち帰りました。電車の中で、USBを紛失。中には、20名分の名前、病名、家族連絡先が暗号化されずに保存されていました。情報漏えいインシデントとして、施設は、本人ご家族への謝罪、行政への報告、再発防止策の策定が必要です。個人情報の持ち出しは、原則禁止。やむを得ない場合も、暗号化、必要最小限、施設長許可。1人の判断が、施設全体の信頼を揺るが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漏えいが起きたときの対応を確認します。発見、または疑い、即座に上司、施設長に報告。事実確認、何が、どれだけ、いつ、どこから、漏れたか。本人、ご家族への速やかな連絡と謝罪。個人情報保護委員会への報告、事案によっては行政への届出。再発防止計画の策定、職員教育、システム改善。隠す、ごまかす、は絶対にしない。早く、正直に、誠実に、対応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意書の運用について、整理します。入所時、サービス利用開始時、利用目的を一覧で示し、包括同意を取得。新たな利用、例えば、研究協力、第三者への情報提供、写真の使用、これらが発生する都度、追加同意を取る。本人が判断困難な場合は、家族・成年後見人と協議。同意書は、紙、または電子で、施設で保管。定期的に内容を見直し、更新。形式的なサインで終わらせず、利用者が内容を理解しているか、確認することが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職種、多事業所間での情報共有について。ケアマネジャー、訪問看護、医療機関、福祉用具事業者、家族、同じ利用者を支える多職種は、情報を共有する必要があります。ただし、必要な範囲で、必要な相手に、必要なタイミングで、を守る。事前に、サービス担当者会議の参加者、情報提供の範囲を、本人と家族の同意のもとで取り決めておく。FAX、メール、共有クラウド、それぞれにセキュリティ上のルールを設ける。『便利さ』と『安全』のバランスを、施設として継続的に検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項目について、できている、ときどき、できていない、の3段階で振り返ってください。プライバシー保護は、1人の意識ではなく、職場全体の文化で守られます。気になる点があれば、申し送りで共有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個人情報、特に病名・要介護度などの要配慮個人情報は、明示同意と厳重管理が必要。目的外利用、第三者提供は原則禁止。例外を理解しておく。空間のプライバシーは、ノック、声かけ、カーテン、ドア、これらの基本動作で守られる。紙・電子データ・USB・SNS、媒体ごとに管理ルールを徹底する。電話照会は本人確認なしには答えない、写真は公式ルートでのみ。漏えい時は隠さず、早く正直に対応する。明日からの行動として、ホワイトボードの掲示内容を見直す、SNS利用ルールを再確認、申し送り場所の点検、この3点を意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プライバシーや個人情報のルールは、技術や仕組みだけでなく、現場での感覚と判断が大切です。迷ったこと、これまで気づいていなかったこと、改善したいルール、何でもお聞かせください。皆で、信頼される施設を作っ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プライバシー保護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空間のプライバシーと個人情報を守る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個人情報保護法と要配慮個人情報の定義を理解する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取得・利用・第三者提供のルールを知る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空間のプライバシー（居室・浴室・トイレ）を実践できる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紙・電子・写真・SNS など媒体ごとの管理を理解する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漏えい時の対応と影響を理解する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個人情報とは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生存する個人に関する情報で、特定の個人を識別できるもの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氏名・住所・生年月日・電話番号・顔写真・声紋・指紋・マイナンバー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他の情報と組み合わせて特定できるものも個人情報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施設で記録するほぼ全てが個人情報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『これは大丈夫だろう』の自己判断は危険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要配慮個人情報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差別・偏見が生じる恐れのある情報（個人情報保護法）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病歴・診断・心身の機能の障害・健診結果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介護施設での具体例：病名・要介護度・認知症の有無・医療処置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取得時に本人の明示的な同意が必要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漏えい時の影響も大きい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施設で扱う情報の多くが要配慮個人情報。通常より厳重に。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取得と同意取得のルール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取得時に利用目的を明示（介護提供／医療連携／緊急時の家族連絡 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同意は書面で・明示的に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目的外利用は禁止（介護用に取った情報を施設PRに使う等NG）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新たな利用が必要なら、改めて同意を取り直す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本人の理解を確認した上での同意が望ましい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第三者提供の原則と例外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原則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・本人の同意が必要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・提供先・目的・項目を明示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・包括同意を入所時に取得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・新規はその都度追加同意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・記録を残す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例外（同意なくても可）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・法令に基づく（警察・保健所通報）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・人の生命・身体・財産の保護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・公衆衛生・児童の健全育成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・本人同意取得が困難（意識不明等）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提供範囲は最小限に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空間としてのプライバシー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居室：ノック → 許可 → 入室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浴室：タオル・カーテンで身体を覆う／必要以上に肌を露出させない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トイレ：ドアを必ず閉める／声かけしてから介助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排泄・入浴の場面で『廊下から見えないか』『声が漏れていないか』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施設は『生活の場』、流れ作業の場ではない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物理的な情報管理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保管・破棄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・紙の記録は施錠して保管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・持ち出し原則禁止／許可制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・シュレッダー or 専門業者で破棄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・一般ゴミに出さない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・コピー枚数・所在を管理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施設内の見える化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・ホワイトボードの記載内容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・申し送り板・掲示物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・面会者・業者の動線を意識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・デスク上の書類は伏せる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・ID カード・名札の取扱い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電子データの管理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PC／タブレット／スマホは全てパスワード設定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離席時はロック・シャットダウン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USB は原則禁止／必要時は暗号化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個人スマホ・SNS から業務情報にアクセスしない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利用者の写真・動画を業務外機器に保存しない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クラウド利用は施設承認のサービスのみ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SNS 利用の徹底ルール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業務に関する投稿は原則禁止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利用者・家族の写真・動画は『鍵あり』でも不可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他職員の不適切投稿に気づいたら本人と上司に伝える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退職後も守秘義務は続く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1度の投稿が施設全体の信頼を一夜で崩す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事例① 申し送りでの会話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ステーションで職員Aが、面会客の前で『HHさんは便失禁が、JJさんはまた血糖値が高くて』と話していた。面会客は他家族の名前を聞き取った。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申し送り場所として適切でない場面はどこですか？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面会客・業者の動線をどう変えますか？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ホワイトボード・申し送り板の運用を再点検してください。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事例② 写真の SNS 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夏祭りで職員Bが利用者と職員の集合写真を自分のインスタに投稿。鍵ありのつもりだったが、フォロワーから『母の写真が…』と家族に伝わった。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鍵ありなら問題ないと言えますか？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業務写真の発信ルートはどうあるべきですか？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施設の SNS ガイドラインに含めるべき項目を3つ挙げてください。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事例③ 家族からの電話照会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夜勤中、『JJの息子です。母の今日の様子と薬の内容を教えてください』と電話。普段のキーパーソンは娘さん、息子さんの記録なし。C職員は答えてしまった。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本人確認の方法をどう決めますか？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夜間にキーパーソン以外から照会があった際のフローを整理してください。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電話で答えてよい情報・答えてはいけない情報の線引きは？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事例④ USB 紛失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職員Dが業務用PCから利用者情報20名分をUSBに保存し帰宅、電車内で紛失。暗号化なし、家族連絡先・病名を含む。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施設としてどんなインシデント対応が必要ですか？（謝罪・行政・再発防止）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個人情報の持ち出しを減らす仕組みを提案してください。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やむを得ず持ち出す場合の最低条件（暗号化・許可・記録）を整理してください。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漏えい時の対応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発見／疑い → 即座に上司・施設長に報告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事実確認：何が・どれだけ・いつ・どこから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本人・家族への速やかな連絡と謝罪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個人情報保護委員会への報告（要件該当時）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再発防止計画・職員教育・システム改善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隠す・ごまかすは厳禁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同意書の運用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入所時に利用目的一覧で『包括同意』を取得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新規利用（研究・写真・第三者提供）はその都度『追加同意』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判断困難な方は家族・成年後見人と協議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同意書は紙／電子で施設で保管・定期的に内容を見直し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形式的なサインで終わらせない（理解確認）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多職種・多事業所の情報共有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ケアマネ・訪問看護・医療機関・福祉用具・家族と連携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必要な範囲を、必要な相手に、必要なタイミングで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サービス担当者会議の参加者・情報範囲を事前に取り決め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FAX・メール・共有クラウドにセキュリティルールを設ける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『便利さ』と『安全』のバランスを継続検討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申し送り場所に面会客・業者がいないか確認している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ホワイトボードの記載内容を見直している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PC・タブレットを離席時にロックしている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USB を持ち出す前に暗号化・許可を取っている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SNS で業務に関する投稿をしていない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電話照会は本人確認・上司確認後に対応している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居室入室時にノック・声かけをしている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気になる漏えいリスクは上司に共有している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病名・要介護度等は『要配慮個人情報』。明示同意と厳重管理が必要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目的外利用・第三者提供は原則禁止。例外を理解する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空間プライバシーは、ノック・声かけ・カーテン・ドアの基本動作で守る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媒体ごとの管理ルールを徹底（紙・電子・USB・写真・SNS）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3240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096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漏えい時は隠さず、早く・正直に対応する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ホワイトボード・申し送り板の掲示内容を1週間以内に見直す。② 自分の業務PC・タブレットのパスワード／ロック設定を確認する。③ SNSで業務関連の写真・投稿をしていないか確認する。④ 家族からの電話照会の対応ルールを再確認する。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1月　プライバシー保護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