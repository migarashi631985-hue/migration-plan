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月の職員研修を始めます。本日のテーマは、年度振り返りです。今年度、皆さんと一緒に、毎月研修を重ねてきました。倫理から始まり、虐待防止、感染症、事故防止、身体拘束、緊急対応、医療的ケア、接遇、災害、プライバシー、業務手順。今日は、この1年を一緒に振り返り、来年度につなげる時間に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年間11テーマを振り返り、自分のケアの変化を言葉にできること。2つ目、施設として達成できたこと、できなかったこと、を整理すること。3つ目、KPT、ケプト法を使って、課題と改善案を出すこと。4つ目、来年度の個人目標、施設目標を設定すること。5つ目、仲間への感謝と労いを伝え合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振り返りの意義を確認します。振り返りは、過去を反省するためではなく、未来を変えるための作業です。良かったこと、続けたいこと、やめたいこと、新しく試したいこと、を言葉にすると、行動が変わります。個人の振り返りと、チーム・施設の振り返り、両方が大切。1年を振り返れる場があること自体が、学び続ける文化のしる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れでは、年度の前半から振り返ります。4月、倫理・法令遵守。利用者の尊厳を守る、呼び方、声かけ、を大切にしようと学びました。5月、虐待防止。5類型と、不適切ケアのグレーゾーンを、職場で言える文化を目指しました。6月、感染症対策。手指衛生のWHO5タイミング、PPEの着脱を体に覚え込ませました。皆さん、どの場面が、自分の関わりを変えるきっかけになりましたか。隣の人と、1分間、話し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続いて、年度の中盤です。7月、事故防止。ハインリッヒの法則と、ヒヤリハット報告の重要性を学びました。8月、身体拘束適正化。禁止11項目と、例外3要件、代替ケアを多職種で考える力を養いました。9月、緊急時対応。DRABCとCPR、AEDの使い方、を訓練しました。これらの研修で、現場が具体的にどう変わったか、を後ほど共有していただ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から12月までを振り返ります。10月、医療的ケア。喀痰吸引と体位変換、褥瘡予防の4本柱、を再確認しました。11月、接遇・コミュニケーション。傾聴の3要素と、認知症の方との対話の工夫、を実践しました。12月、災害対策。BCPの自分の役割と、避難訓練、安否確認の流れ、を体験しました。知識として聞いた、を、現場で動ける、にどれだけ近づけたか、自己評価し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月、2月の振り返りです。1月、プライバシー保護。要配慮個人情報、SNS、USB、申し送り場所、空間のプライバシー。2月、業務手順確認。標準化と個別ケアのバランス、5W1Hの記録、申し送りの復唱。ここまで11テーマ。全部を完璧にこなすのは難しい。でも、1つでも、自分の関わりが変わった、と感じられたら、それは大きな成果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1年、データを共有します。ヒヤリハット報告件数。研修前と比べて、何件増えたか。事故発生件数。重大事故が起きていないか、内訳は何か。虐待・不適切ケアの相談件数。委員会で検討された件数。感染症発生件数。集団感染を防げたか。避難訓練・シミュレーション実施回数。参加率はどうか。数字は冷たいけれど、施設の状態を客観的に映します。今年の数字を、来年の目標設定の出発点に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の振り返りに進みます。1年前の自分と比べて、できるようになったこと。今でも難しい、と感じること。印象に残った場面、嬉しかったこと、辛かったこと。新人時代との違い、後輩に伝えたいこと。シートに書いてみてください。書くことで、自分の成長と、今の課題が、はっきり見え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振り返りの方法、KPT、ケプト法を紹介します。K、Keep、続けたいこと、良かったこと。P、Problem、問題、改善が必要なこと。T、Try、来年度、新しく試したいこと。1人で書くだけでなく、チームで共有することが大切です。他の職員の視点で、自分が気づかなかった課題が見えること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ここで、KPTの演習をしてみます。5分間、付箋やノートに、自分の Keep、Problem、Try、を書いてみてください。次に、4から5名のグループで、お互いに共有します。他の人の Keep に共感すること、Problem に新しい気づきを得ること、Try に背中を押されること、必ずあります。出てきた Try を、来年度の研修計画、業務改善計画、につなげていきます。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具体的な振り返りの事例を見ます。1つ目、ヒヤリ報告増加の事例です。ある施設では、年度初めに、ヒヤリ報告月10件だったのが、年度末に月50件、5倍に増えました。事故件数は減少。これは、職場の心理的安全性が高まり、報告できる文化が育った、ということです。数字だけ見ると、ヒヤリ増は悪いことに見えますが、実は質の高い職場のサインです。数字の解釈を、正しく行うことが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改善できなかったことの事例です。夜勤時の人員配置、長年課題でしたが、今年度も解決できませんでした。課題があるのに、解決できない、これは個人の力不足ではなく、組織の課題です。なぜ解決できなかったか、原因は何か、来年度どんな手を打てるか。正直に話し合い、来年度の組織目標に、明示的に組み込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新しい挑戦の事例です。今年度から、ユマニチュードの研修を取り入れた施設では、認知症の利用者の不穏が減り、職員の関わりが楽になった、という声が増えました。新しい挑戦は、最初は時間がかかり、うまくいかないこともあります。でも、続けていくことで、現場が変わります。来年度、何か1つ、新しいことに挑戦してみる、を皆で決め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年度の個人目標について。3つくらい、具体的に書いてみてください。例、ヒヤリ報告を月1件以上提出する。傾聴の練習を、月1回ロールプレイで行う。新しい技術を1つ習得する。目標は、書いて、貼って、見て、振り返る。これが達成への近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設の目標は、SMARTで設定します。S、Specific、具体的。M、Measurable、測定可能。A、Achievable、達成可能。R、Relevant、利用者・現場との関連性。T、Time-bound、期限つき。曖昧な目標は、評価できません。委員会で年間スケジュールに落とし込み、進捗を共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年度の研修計画への提案です。今年と同じテーマで、より深く学びたいもの。新しく取り入れたいテーマ、例えば、看取り、認知症ケア、家族支援、など。形式の見直し、集合研修、e-learning、ロールプレイ、外部講師、施設見学。皆さんからの希望を集め、来年度の研修委員会で、年間計画を作ります。本日の振り返りシートに、希望テーマを記入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感謝と労いの時間です。1年間、本当にお疲れさまでした。夜勤、休日、繁忙期、大変なときも、利用者の生活を支え続けてきた皆さんに、心から感謝します。そして、お互いに、ありがとう、を伝え合いましょう。隣の人に、1人1分。今年度ありがとう、を、具体的なエピソードと一緒に伝えてください。言葉にすることで、職場の絆が、もう一段深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今年度ではなく、これからの1年に向けて、自分が大切にしたいこと、を意識して答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振り返りは、過去の反省ではなく、未来を変えるための作業。11テーマを通じて、自分のケアが、施設の運営が、どう変わったかを言葉にする。数字で客観的に見つつ、個人と組織、両方の視点で振り返る。KPT法で、続けたい、改善したい、新しく試したい、を可視化する。来年度の目標は、SMARTで、書いて、貼って、振り返る。そして、お互いへの感謝を、言葉にして伝える。1年お疲れさまでした。来年度も、利用者の尊厳と笑顔のために、一緒に歩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今年度の感想、来年度への希望、施設に伝えたいこと、何でもお聞かせください。皆さんの声が、より良い職場、より良いケアにつながっていきます。1年間、本当に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年度振り返り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11テーマを振り返り、来年度につなげる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実施方法：集合研修＋ワークショップ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年間11テーマを振り返り、自分のケアの変化を言葉にできる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施設として達成できたこと／できなかったことを整理する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KPT 法で課題と改善案を出せる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来年度の個人・施設目標を設定する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仲間への感謝と労いを伝え合う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振り返りの意義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過去を反省するためではなく『未来を変えるため』の作業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良かったこと／続けたいこと／やめたいこと／試したいことを言葉にする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個人の振り返りと、チーム・施設の振り返り、両方が大切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1年を振り返れる場があること自体が学び続ける文化のしるし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今日の対話が、来年度の現場を作る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4月〜6月の振り返り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・4月 倫理・法令遵守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・5月 虐待防止（必須）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・6月 感染症対策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自分のケアが変わった瞬間は？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隣の人と1分シェア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振り返りの問い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・呼び方・声かけは変わったか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・グレーゾーンを言える文化に近づけたか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・WHO5タイミングは習慣化したか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・PPE 着脱に迷わなくなったか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・事例で印象に残ったものは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7月〜9月の振り返り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・7月 事故防止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・8月 身体拘束適正化（必須）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・9月 緊急時対応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何が現場で具体的に変わったか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チームで共有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振り返りの問い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・ヒヤリ報告は増えたか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・11項目の拘束を見つけられたか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・代替策を多職種で検討したか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・DRABC・CPR を体で覚えたか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・シミュレーション訓練に参加したか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10月〜12月の振り返り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・10月 医療的ケア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・11月 接遇・コミュニケーション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・12月 災害対策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知識から行動へつながったか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自己評価してみる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振り返りの問い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・吸引・体位変換に自信がついたか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・傾聴・否定しない関わりができたか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・BCP の自分の役割を言えるか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・避難訓練で動けたか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・印象に残った場面は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1月〜2月の振り返り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・1月 プライバシー保護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・2月 業務手順確認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全11テーマ完了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完璧を目指さなくていい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1つでも変わればOK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振り返りの問い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・申し送り場所を見直したか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・SNS 利用ルールを共有したか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・5W1H の記録を意識したか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・マニュアルを最新版にしたか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・新人と一緒に手順を確認したか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数字で見る1年（記入欄）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ヒヤリハット報告：__件 → __件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事故発生件数：__件（重大__件）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虐待・不適切ケア相談：__件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感染症発生：__件（集団感染__件）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避難・シミュレーション訓練：__回（参加率__%）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→ 数字は冷たいが、施設の状態を客観的に映す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研修委員会で年間データをこのスライドに反映させる。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個人の振り返り（記入シート）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1年前の自分と比べて『できるようになったこと』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今でも『難しい』と感じること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印象に残った場面（嬉しかった／辛かった）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新人時代との違い、後輩に伝えたいこと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シートに書くことで成長と課題が見える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KPT 法（Keep / Problem / Try）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3つの観点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・K：Keep — 続けたい・良かったこと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・P：Problem — 改善が必要なこと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・T：Try — 来年度新しく試したいこと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・短く、たくさん、書く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・他人の Keep に共感する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進め方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・5分：個人で付箋に書く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・10分：4〜5名グループで共有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・5分：グループ代表が発表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・出てきた Try を研修・改善計画へ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・結果を施設に掲示する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KPT 演習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Step1：5分間、付箋やノートに K・P・T を書く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Step2：4〜5名のグループでお互いに共有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Step3：グループの『Try』を3つに絞り、代表が発表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Step4：施設として取り組む Try を委員会で集約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Step5：来年度の研修・改善計画に反映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出てきた言葉が来年度の現場を作る。記録に残す。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事例① ヒヤリ報告増は『良いサイン』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ある施設では、年度初め月10件だったヒヤリ報告が年度末に月50件に増加。事故件数は減少していた。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なぜヒヤリ報告増は『良い』と言えるのですか？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数字を正しく解釈する視点を、職場でどう共有しますか？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報告が出にくい職員にどう声をかけますか？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事例② 改善できなかったこと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夜勤時の人員配置は長年の課題。今年度も解決できなかった。現場では『個人の努力ではどうにもならない』という諦めが見える。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なぜ解決できなかったのか、原因はどこにあると考えますか？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来年度どんな手を打てますか？（人員／業務再設計／ICT 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組織課題として、来年度の目標に明示するにはどう書きますか？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事例③ 新しい挑戦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今年度から、ある施設ではユマニチュード研修を取り入れた。認知症利用者の不穏が減り、職員の関わりが楽になったとの声。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新しい挑戦が定着するために必要なこと（時間／支援／評価）は？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自施設で来年度試してみたい『新しい1つ』を挙げてください。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失敗しても続ける文化をどう作りますか？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来年度の目標設定（個人）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3つくらい、具体的に書く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例：ヒヤリ報告を月1件以上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例：傾聴のロールプレイを月1回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例：新しい技術を1つ習得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書いて／貼って／見て／振り返る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来年度の目標設定（施設・SMART）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S：Specific  具体的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M：Measurable  測定可能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A：Achievable  達成可能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R：Relevant  関連性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T：Time-bound  期限つき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委員会で年間スケジュールに落とし込む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来年度の研修計画への希望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今年と同じテーマで、より深く学びたいもの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新しく取り入れたいテーマ（看取り／認知症ケア／家族支援／LGBTQ+ など）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形式の見直し（集合／e-learning／ロールプレイ／外部講師／施設見学）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本日の振り返りシートに希望を記入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来年度の研修委員会で年間計画化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16. 感謝と労い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1年間、本当にお疲れさまでした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夜勤・休日・繁忙期、大変なときも利用者の生活を支え続けた皆さんに感謝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隣の人に1人1分『今年度ありがとう』を具体的なエピソードで伝える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言葉にすることで職場の絆がもう一段深まる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来年度も一緒に歩みましょう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締めくくりは賞賛。次年度の動機づけにもつながる。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今年度のテーマで自分のケアが変わった点を言える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数字で施設の1年を客観的に振り返れる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KPT を使って自分・チームを振り返れる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来年度の個人目標を3つ書ける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施設目標を SMART で書ける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来年度の研修テーマを提案できる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仲間に感謝の言葉を具体的に伝えられる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学び続ける姿勢を持っている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3月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振り返りは『過去の反省』ではなく『未来を変える』作業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数字と言葉、両方で1年を見る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KPT で続けたい・改善したい・試したいを可視化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目標は SMART で書いて貼って振り返る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仲間への感謝を言葉にして伝える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本日の KPT を書き上げ、施設の改善提案に提出する。② 来年度の個人目標3つを所属長と共有する。③ 来年度の研修テーマ希望をアンケートに記入する。④ 隣の同僚に『今年度ありがとう』を1つ伝える。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3月　年度振り返り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