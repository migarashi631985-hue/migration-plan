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月の職員研修を始めます。本日のテーマは、医療的ケアです。介護職員が実施できる医療的ケアの範囲、喀痰吸引と体位変換を中心に、安全に行うためのポイントを学びます。医療職でなくても、根拠のある手順で行えば、利用者の生活を支える大きな力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到達目標は、次の5つです。1つ目、介護職員が実施できる医療的ケアの法的範囲を説明できること。2つ目、喀痰吸引の手順、観察ポイント、中止基準を理解すること。3つ目、体位変換の目的、2時間ルール、スキンチェックの基本を理解すること。4つ目、褥瘡予防の4つの柱を挙げられること。5つ目、医療職との連携と、記録の重要性を理解す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介護職員が実施できる医療的ケアの法的範囲を確認します。平成24年の法改正により、一定の研修を修了した介護職員は、喀痰吸引と、経管栄養の一部を実施できるようになりました。種別は3つ。第1号研修、不特定多数の利用者に対して、口腔内・鼻腔内・気管カニューレ内部の吸引、経管栄養すべて。第2号、同様の範囲だが実技が限定。第3号、特定の1人の利用者に限定した研修。自分がどの区分か、実施できる手技が何か、必ず把握してお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施者の条件を整理します。認定特定行為業務従事者の登録、これは都道府県への登録が必要です。施設は、登録事業者として、医師、看護師と連携体制を整える。実施にあたっては、医師の指示書、看護師の指導、家族の同意、が前提です。単独で判断して始めることはで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喀痰吸引、いわゆる痰の吸引の目的を確認します。痰や唾液が気道にたまると、呼吸困難、窒息、誤嚥性肺炎のリスクが高まります。自分で咳き出せない利用者のために、器具で痰を吸引し、気道を確保するのが目的です。吸引部位は3つ。口腔内、鼻腔内、気管カニューレ内部。それぞれに適したカテーテルと、圧力設定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吸引の基本手順です。ステップ1、手指衛生、物品準備、患者への説明。ステップ2、吸引器の動作確認、圧力設定。口・鼻は20キロパスカル以下、気管カニューレは20キロパスカル程度。ステップ3、カテーテルを清潔に扱い、適切な長さまで挿入。口・鼻は咽頭まで、気管カニューレはカニューレの長さまで。ステップ4、吸引は1回10秒から15秒以内。長引かせない。ステップ5、吸引後の観察。呼吸、顔色、SpO2、吸引物の性状。ステップ6、記録。時間、量、性状、利用者の様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吸引で注意すべきポイントです。吸引中止の基準。SpO2が著しく低下、顔色不良、嘔吐、出血、強い苦痛を訴える。連続実施は避け、間に呼吸を整える時間を取る。清潔操作の徹底。カテーテルの先端は素手で触れない。感染予防。利用者ごとにカテーテルを交換、消毒。異常があれば、直ちに中止し、看護師に報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位変換、体の位置を変えるケアの意義を確認します。目的は主に4つ。1つ目、褥瘡、床ずれの予防。2つ目、呼吸を楽にする。3つ目、関節の拘縮予防。4つ目、心身の気分転換と、筋緊張の緩和。寝たきりの利用者にとって、体位変換は、生活の質を守る、最重要ケアの1つ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位変換の目安は、2時間に1回、です。ただし、これは絶対のルールではありません。利用者の皮膚状態、マットの種類、本人の希望、夜間の睡眠、を総合的に考えて、個別に調整します。例えば、エアマットレスを使用している場合、3時間に1回に延長できることもあります。『マニュアルどおり』ではなく、『この利用者にとって最適』を考える姿勢が大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位変換の基本姿勢、ポジショニングです。仰臥位、上向きの寝姿勢。長時間はかかとと仙骨部に褥瘡リスク。側臥位、横向き。30度側臥位が基本。真横の90度は、腸骨や肩に負担。半座位、ギャッジアップ。食事や呼吸苦のとき。ずり落ちに注意。クッション、タオル、ポジショニング枕を活用し、隙間を埋める、重力を分散する、が基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褥瘡予防の4本柱を紹介します。1つ目、圧迫除去。体位変換、エアマット、姿勢の工夫。2つ目、皮膚の観察と保清。発赤、水疱、びらん、色調変化を早期発見。入浴・清拭で清潔保持。3つ目、栄養と水分。タンパク質、ビタミンC・亜鉛、水分摂取。4つ目、摩擦・ずれの防止。体位変換時の引きずり、ギャッジアップ時のずれ落ち。1つでも欠けると、褥瘡は短時間で進行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事例を見ていきます。1つ目、吸引のタイミングの判断です。利用者AAさん、気管カニューレ管理中。夜間、ゴロゴロという音が聞こえ、SpO2が93から88に低下。夜勤のB職員は、『さっき吸引したから、もう少し様子を見よう』と、20分後に再度吸引実施。吸引の頻度判断は、時間ではなく、症状と観察で決めます。呼吸音、SpO2、顔色、胸郭の動き、利用者の訴え、総合的に判断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、体位変換でのトラブルです。重度寝たきりの利用者BBさんを、C職員が1人で側臥位に変えようとし、体がベッドからずり落ちかけました。『忙しいから、1人でやっちゃおう』と考えての行動でした。体位変換は、原則、2人以上で行います。1人で行うと、利用者の転落、職員の腰痛、の両方のリスク。無理をしないで、応援を呼ぶ文化が大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、褥瘡の発見と対応です。清拭中、利用者CCさんの仙骨部に、500円玉大の赤みがあるのを発見しました。押しても赤みが引かない、持続性紅斑です。これは、褥瘡のステージⅠ、最初のサインです。すぐに看護師に報告。圧迫除去、除圧マットへの変更、ポジショニングの見直し、栄養管理の再確認。発見が早ければ、治癒も早い。毎日の皮膚観察が、何より大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療的ケアにおける記録と、多職種連携について。実施した時間、方法、量、観察結果、利用者の様子、を客観的に記録します。記録は、次の職員への引き継ぎ、医師・看護師の判断材料、ご家族への説明、の基礎になります。異常やいつもと違う変化は、小さなことでも必ず看護師に報告。『このくらい大丈夫』の判断は、介護職員の範囲を超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目、経管栄養中の注意点です。利用者DDさんの経管栄養中、途中で嘔吐しそうになりました。D職員は、注入を一旦止め、上体を起こしたまま、看護師に連絡しました。経管栄養の注入中、上体30度以上、注入後30分から1時間は上体を起こし続ける、という原則があります。嘔吐した場合、誤嚥性肺炎のリスクが極めて高いため、すぐに看護師への連絡が必要です。判断を単独で行わないことが、利用者を守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家族との連携についても触れます。医療的ケアは、ご家族の心配が大きい領域です。ケアの目的、方法、リスク、を丁寧に説明する。状態変化があれば、小さなことでも共有する。家族からの質問、要望、気持ちに耳を傾ける。医療的ケアを『安心して任せられる』と感じていただくことが、信頼関係の基盤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チェックに進みます。8項目について、できている、ときどき、できていない、の3段階で振り返ってください。医療的ケアは、自信がない、という感覚を持つこと自体が、大切です。迷ったら必ず看護師に相談する、を徹底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まとめです。介護職員による医療的ケアは、研修修了と登録が前提。医師の指示、看護師の指導のもとで実施。喀痰吸引は1回10〜15秒以内。SpO2低下・顔色不良で即中止。体位変換は2時間を目安に個別調整。30度側臥位が基本。褥瘡予防の4本柱、圧迫除去、皮膚観察、栄養・水分、摩擦・ずれ防止。異常を感じたら、すぐに看護師へ報告。自己判断しない。明日からの行動として、吸引圧の確認、ポジショニングのチェック、皮膚観察の徹底、この3点を意識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研修は以上です。ご清聴ありがとうございました。医療的ケアは、手順だけでなく、利用者一人ひとりに合わせた判断が求められます。日頃の迷いや疑問、どうぞお聞かせください。看護師や医師と一緒に、現場に合った対応を考え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932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10月　職員研修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84000"/>
            <a:ext cx="11088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Yu Gothic"/>
                <a:ea typeface="Yu Gothic"/>
              </a:rPr>
              <a:t>医療的ケア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528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Yu Gothic"/>
                <a:ea typeface="Yu Gothic"/>
              </a:rPr>
              <a:t>喀痰吸引と体位変換を安全に行う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860000"/>
            <a:ext cx="11088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40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Yu Gothic"/>
                <a:ea typeface="Yu Gothic"/>
              </a:rPr>
              <a:t>実施方法：集合研修＋個別指導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進行：＿＿＿＿＿（施設内担当）　　日時：＿＿＿＿＿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本日の目的と到達目標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Yu Gothic"/>
                <a:ea typeface="Yu Gothic"/>
              </a:rPr>
              <a:t>この研修が終わったとき、受講者は次ができるようになります。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458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介護職員が実施できる医療的ケアの法的範囲を説明できる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033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喀痰吸引の手順・観察・中止基準を理解する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2609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体位変換の目的・2時間ルール・皮膚観察を理解する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318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褥瘡予防の4本柱を挙げられる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3761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医療職との連携と記録の重要性を理解する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1. 介護職員が実施できる医療的ケアの範囲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平成24年の法改正により、一定の研修修了者は喀痰吸引・経管栄養の一部が可能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第1号：不特定多数に対し、口腔・鼻腔・気管カニューレ内吸引／経管栄養すべて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第2号：同様の範囲だが実技が限定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第3号：特定の1人に限定した研修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自分の区分と実施できる手技を必ず把握する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2. 実施者の条件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認定特定行為業務従事者として都道府県に登録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施設は登録事業者として医師・看護師と連携体制を整える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医師の指示書／看護師の指導／家族の同意が前提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単独で判断して実施を開始することはできない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定期的なフォロー研修・OJTを受ける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『研修修了＝自由に実施』ではなく、体制・指示・記録がセット。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3. 喀痰吸引の目的と部位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目的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・気道の確保（呼吸困難・窒息予防）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・誤嚥性肺炎の予防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・自力で咳き出せない方の支援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・呼吸の安楽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・睡眠・食事への影響軽減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部位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・口腔内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・鼻腔内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・気管カニューレ内部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部位ごとに適切なカテーテル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圧力設定が異なる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4. 喀痰吸引の基本手順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手指衛生・物品準備・利用者への説明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吸引器の動作確認・圧力設定（口鼻：20kPa以下／気管：20kPa程度）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カテーテルを清潔に扱い、適切な長さまで挿入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吸引は1回10〜15秒以内（長引かせない）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⑤ 実施後の観察（呼吸・顔色・SpO2・吸引物の性状）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⑥ 時間・量・性状・様子を記録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5. 喀痰吸引の注意点・中止基準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注意点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・清潔操作の徹底（カテ先端に素手で触れない）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・利用者ごとにカテーテル交換・消毒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・連続実施は避け、呼吸を整える時間を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・小児・高齢者は圧を弱めに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・経鼻の場合は粘膜損傷に注意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中止基準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・SpO2 が著しく低下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・顔色不良・チアノーゼ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・嘔吐・強い咳嗽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・出血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・強い苦痛の訴え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6. 体位変換の意義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褥瘡（床ずれ）の予防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呼吸を楽にする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関節拘縮の予防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気分転換・筋緊張の緩和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寝たきりの方にとって生活の質を守る最重要ケアの1つ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7. 2時間ルールと個別調整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体位変換の目安は『2時間に1回』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ただし絶対のルールではない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皮膚状態／マット種別／本人希望／夜間睡眠 を総合的に判断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エアマット使用時は3時間に延長可能な場合も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『マニュアル通り』ではなく『この人に最適』を考える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睡眠中の無理な変換が褥瘡より大きな苦痛になることもある。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8. 基本のポジショニング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主な体位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・仰臥位：かかと・仙骨に褥瘡リスク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・30度側臥位：腸骨・肩に負担が少ない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・90度側臥位：長時間は避ける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・半座位：ずり落ちに注意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・腹臥位：呼吸改善に有効な場合も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ポジショニングの基本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・クッション／タオル／枕で隙間を埋める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・重力を分散する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・関節の自然な屈曲を保つ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・ドローシート・スライディングボードを活用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・2人以上で実施・引きずらない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9. 褥瘡予防の4本柱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圧迫除去：体位変換・エアマット・姿勢の工夫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皮膚観察と保清：発赤・水疱・びらんの早期発見／清潔保持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栄養と水分：タンパク質／ビタミンC・亜鉛／水分摂取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摩擦・ずれ防止：体位変換時の引きずり／ギャッジアップずれ落ち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1つでも欠ければ短時間で進行する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10. 事例① 吸引タイミングの判断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気管カニューレ管理中のAAさん。夜間、ゴロゴロ音があり SpO2 が 93→88 に低下。夜勤のB職員は『さっき吸引したから様子を見よう』と20分後に再度実施。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吸引の頻度は時間で決めてよいですか？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判断基準にすべき観察項目を5つ挙げてください。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看護師への報告基準をどう決めますか？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11. 事例② 1人で行った体位変換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重度寝たきりのBBさんを、C職員が1人で側臥位に変えようとし、体がベッドからずり落ちかけた。『忙しいから1人でやっちゃおう』と考えての行動だった。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1人で体位変換を行うリスクは何ですか？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『応援を呼ぶ』を文化にするにはどうすればよいですか？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職員自身の腰痛予防の観点でも話し合ってください。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12. 事例③ 褥瘡発見とステージⅠ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清拭中、CCさんの仙骨部に 500円玉大の赤みを発見。押しても赤みが引かない（持続性紅斑）。これは褥瘡ステージⅠ。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この段階で行うべき対応を5つ挙げてください。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誰に、どのような内容で報告しますか？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再発を防ぐために、個別ケアプランをどう見直しますか？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13. 記録と多職種連携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実施時間・方法・量・観察結果・様子を客観的に記録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次職員の引き継ぎ／医師・看護師の判断材料／家族説明の基礎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いつもと違う変化は小さくても看護師へ報告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『このくらい大丈夫』の判断は介護職員の範囲を超える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迷ったら相談／1人で抱え込まない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14. 事例④ 経管栄養中の嘔吐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DDさんの経管栄養中、途中で嘔吐しそうになった。D職員は注入を一旦止め、上体を起こしたまま看護師に連絡した。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D職員の判断のどこが適切でしたか？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経管栄養時の上体角度・注入後の体位保持はどう決まっていますか？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嘔吐があった場合の観察項目（誤嚥性肺炎リスク）を挙げてください。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15. ご家族との連携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医療的ケアは家族の心配が大きい領域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目的／方法／リスクを丁寧に説明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小さな変化でも共有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家族の質問・要望・気持ちに耳を傾ける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『安心して任せられる』と感じていただくことが信頼の基盤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自己チェック（受講後に記入）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Yu Gothic"/>
                <a:ea typeface="Yu Gothic"/>
              </a:rPr>
              <a:t>できている=◎　ときどき=○　できていない=△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0000" y="12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0" y="13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1.　自分が実施できる医療的ケアの範囲を説明できる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0" y="1745999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0" y="18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2.　吸引時の圧力・時間・中止基準を言える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0" y="21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0" y="22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2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3.　吸引後の観察項目を実施している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0000" y="26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0" y="27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6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4.　体位変換は2人以上で実施している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0000" y="30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0000" y="31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1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5.　30度側臥位・ポジショニングの基本を実施できる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40000" y="35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0000" y="36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58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6.　毎日の皮膚観察を行い記録している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0" y="39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0000" y="40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40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7.　異常を感じたら看護師に速やかに報告している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0000" y="44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0000" y="45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4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8.　経管栄養時の上体角度を守っている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まとめ・今日から実践すること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10月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Yu Gothic"/>
                <a:ea typeface="Yu Gothic"/>
              </a:rPr>
              <a:t>本日の要点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1368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24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医療的ケアは研修修了と登録、そして医師・看護師の指示が前提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836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喀痰吸引は1回10〜15秒以内、SpO2・顔色で即中止判断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2304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体位変換は2時間を目安に個別調整、30度側臥位が基本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2772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628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褥瘡予防は4本柱（圧迫除去・皮膚観察・栄養・摩擦防止）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3240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096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異常を感じたら即報告、自己判断しない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5040000"/>
            <a:ext cx="11484000" cy="115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999" y="5112000"/>
            <a:ext cx="11196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明日からの行動目標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99" y="5436000"/>
            <a:ext cx="11196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① 自分の吸引器の設定圧・作動確認を今週中に実施する。② 受け持ち利用者のポジショニングプランを再確認する。③ 毎日の皮膚観察を申し送りに含める。④ 気になる変化は小さなことでも看護師に報告する。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0"/>
            <a:ext cx="11088000" cy="10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Yu Gothic"/>
                <a:ea typeface="Yu Gothic"/>
              </a:rPr>
              <a:t>質疑応答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200" b="0">
                <a:solidFill>
                  <a:srgbClr val="EEEEEE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10月　医療的ケア　／　みんなの介護ゆうあい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