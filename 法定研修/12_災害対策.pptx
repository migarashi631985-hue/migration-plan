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月の職員研修を始めます。本日のテーマは、災害対策です。地震、火災、台風、豪雪、豪雨、そして停電。介護施設は、災害時に最も弱い立場の人たちを預かっています。BCP、事業継続計画は、全介護事業所に義務化されています。今日は、避難と安否確認を中心に、現場で動けるように備え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想定される災害と、施設のリスクを整理できること。2つ目、火災発生時の初動、通報、消火、避難、の3原則を理解すること。3つ目、地震発生時の安全行動と、施設内避難の判断を学ぶこと。4つ目、安否確認の方法、職員参集、家族連絡の手順を知ること。5つ目、BCP、備蓄、訓練の重要性を理解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想定される災害を整理します。自然災害。地震、津波、台風、豪雨、土砂災害、豪雪、噴火。人為災害。火災、ガス漏れ、化学物質漏えい、テロ。ライフライン災害。停電、断水、ガス停止、通信障害、物流停止。感染症アウトブレイク、これも広義の災害です。施設のハザードマップを確認し、自施設のリスクを把握してお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CP、事業継続計画について確認します。令和3年の介護保険指定基準改正により、令和6年4月から、全介護事業所でBCPの策定、研修、訓練、見直しが義務化されました。BCPとは、災害や感染症発生時に、業務を継続、早期復旧するための計画です。中身は、平常時の備え、初動対応、業務継続方法、復旧、情報共有、など。施設のBCPはどこに保管されているか、自分の役割は何か、必ず確認してお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災発生時の、3原則です。1つ目、通報。119番、館内放送、関係各所への報告。2つ目、初期消火。出火直後、天井に火が回る前。目安、1分から3分。3つ目、避難誘導。利用者を、安全な場所に移動。この3つを、並行して、役割分担して行います。火災は、初動の3分が勝負、と言わ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報と消火について詳しく見ます。119番通報、火事ですか救急ですか、と聞かれたら『火事です』。場所、施設名、住所、何が燃えているか、けが人の有無、通報者の名前、を簡潔に伝える。電話を切らない。指令員の指示を待つ。初期消火は、消火器、屋内消火栓、の使い方を平時に訓練しておく。火勢が強く、煙が天井に達している場合は、消火をあきらめ、避難を優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難誘導の基本です。姿勢を低くする、煙を吸わない、ハンカチやタオルで口元を覆う。エレベーターは使わない、階段で。水平避難、同じ階の離れた場所への移動、が原則。垂直避難は、階段避難、時間と体力が必要。車椅子、寝たきりの方の避難には、担架、おんぶ紐、スライディングシートなど、事前の備えが必要です。『誰を、誰が、どう運ぶか』を、平時から決めて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震発生時の行動です。ステップ1、まず身を守る。机の下、頭を保護、落下物から離れる。ステップ2、揺れが収まったら、利用者の安否、施設の被害確認。ステップ3、火元の確認、ガス・電気の遮断。ステップ4、避難の判断、建物の損傷、余震、火災の有無で判断。ステップ5、管理者、多職種での情報集約、本部設置。ステップ6、家族、行政、協力機関への連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震後の建物内避難の判断ポイントです。建物の損傷、大きなひび、傾き、天井落下、ガラス散乱。エレベーター停止、水道・電気・ガスの停止。余震の可能性。利用者の状態、怪我、精神的動揺。避難先、他施設への広域避難の可能性もあります。無理に移動させて怪我を増やすより、施設内の安全な区画に留まる、という判断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否確認の方法を確認します。利用者。各ユニット・各階で名簿に従って確認。怪我、意識、バイタル、不明者の有無。職員。出勤者、被災した職員、連絡がつかない職員の確認。家族。事前に登録されているキーパーソン、第2連絡先に順次連絡。安否確認システム、災害用伝言ダイヤル171、ウェブ171、LINE、メール、SNSなど、複数手段を使います。『電話がつながらない』を前提に、複数の連絡手段を備え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夜間火災の想定です。深夜2時、2階の給湯室から出火。煙感知器が作動し、館内放送。夜勤者は、1階に1名、2階に1名、計2名のみ。この状況で、何を、どの順序で行いますか？通報、初期消火、利用者の確認、避難誘導、応援要請。2名で全てをこなすのは無理です。優先順位を、平時に決めておく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地震時の対応です。震度6強の地震が昼食時に発生。食堂でガラスが落下、利用者数名が床に座り込んでいる。エレベーターが停止、通信が途絶、職員も動揺。まず、身を守る、と同時に『静かにしてください、ここで待ちましょう』という呼びかけが有効です。利用者は職員の様子を見ています。落ち着いた職員の存在、それ自体が利用者の安全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台風接近時の対応です。気象庁から、特別警報。明日午後、最大級の台風が直撃。施設は河川の近くで、浸水想定区域内。職員参集計画、利用者の垂直避難、広域避難の判断、近隣自治体との連携、家族への状況連絡。自然災害は、予兆がある場合が多いです。早めの判断、早めの準備、が被害を最小限に抑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蓄の基本を確認します。食料、水、最低3日分、できれば7日分。1人1日3リットル。医薬品、常備薬、おむつ、衛生用品。燃料、発電機、ガソリン、灯油。通信、携帯電話の予備バッテリー、衛星電話、トランシーバー。カセットコンロ、カセットボンベ、簡易トイレ。賞味期限、定期的なローリングストックで、無駄なく備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、停電の事例です。真冬の深夜、停電が発生。暖房、医療機器、エレベーターが停止。人工呼吸器使用者、経管栄養中の方、暖房なしでの高齢者の低体温、がリスクになります。優先順位、医療機器使用者を最優先で、発電機、バッテリー電源に切り替え。利用者の保温、毛布、重ね着、湯たんぽ。情報把握、電力会社、自治体からの停電情報、復旧見込み。停電は、長期化するほど被害が深刻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訓練の重要性について。消防法により、年2回以上の避難訓練が義務付けられています。ただ行うのではなく、夜間、日中、人員が少ない時間帯、多様なシナリオで。全職員、そして可能なら利用者、家族、地域住民も巻き込んで。訓練後は、必ずデブリーフィング。何ができて、何ができなかったか、振り返る。訓練で見えた課題を、BCPに反映し、次の訓練で検証する、このサイクルを回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域連携の重要性も触れておきます。災害時、施設1つだけでは対応できないことが多いです。近隣の事業所、病院、地域包括支援センターとの連携協定。町内会、自治会、消防団との関係作り。地域の防災訓練への参加。『地域に守られる施設』ではなく、『地域とともに動く施設』を目指しましょう。平時の関係が、災害時に命を分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自己チェックに進みます。8項目について、できている、ときどき、できていない、の3段階で振り返ってください。災害は、いつ来るかわかりません。『いざ』に備えるのは、今日です。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BCPは全介護事業所で義務化。策定、研修、訓練、見直しを継続。火災の3原則、通報、初期消火、避難誘導。初動の3分が勝負。地震は、身を守る、揺れ後に安否確認、建物損傷で避難判断。安否確認は、複数の連絡手段を前提に。災害用伝言ダイヤル171も活用。備蓄は最低3日分、ローリングストックで回す。訓練は夜間・少人数シナリオで、年2回以上。明日からの行動として、BCPの自分の役割を確認、避難経路の再確認、備蓄の賞味期限チェック、この3点を意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災害対策は、正解のない問いが続く領域です。自施設のBCP、訓練、備蓄について、疑問点や改善案があれば、どうぞお話しください。皆で知恵を出し合い、1人でも多くの命を守り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災害対策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BCP・避難・安否確認を『体』で覚える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実施方法：集合研修＋避難訓練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想定される災害と施設のリスクを整理できる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火災の3原則（通報・消火・避難）を理解する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地震発生時の行動と避難判断を説明できる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安否確認・職員参集・家族連絡の手順を知る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BCP・備蓄・訓練の重要性を理解する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想定される災害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自然・人為災害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・地震・津波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・台風・豪雨・土砂災害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・豪雪・噴火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・火災・ガス漏れ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・化学物質漏えい・テロ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ライフライン・その他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・停電・断水・ガス停止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・通信障害・物流停止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・感染症アウトブレイク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・長期孤立（山間部等）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・ハザードマップで自施設を把握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BCP（事業継続計画）の義務化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令和6年4月から、全介護事業所で BCP の策定・研修・訓練・見直しが義務化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災害・感染症発生時に、業務を継続／早期復旧するための計画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平常時の備え／初動対応／業務継続／復旧／情報共有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施設のBCPの保管場所・自分の役割を必ず確認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年1回以上の見直しと、訓練を通じた検証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策定して終わりではなく、訓練で検証し続けるのがBCP。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火災の3原則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通報：119番・館内放送・関係各所へ報告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初期消火：出火直後、天井に火が回る前（目安1〜3分）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避難誘導：利用者を安全な場所へ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3つを並行・役割分担で実施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初動の3分が勝負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火災時の通報と初期消火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119番：『火事です』→ 場所・住所・何が燃えているか・けが人・名前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電話を切らず、指令員の指示を待つ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初期消火：消火器・屋内消火栓（平時に訓練）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煙が天井に達していたら消火をあきらめ避難優先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消火に固執しないのが命を守る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火災時の避難誘導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避難の基本姿勢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・姿勢を低くする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・口元をハンカチ等で覆う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・エレベーターは使わない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・水平避難が原則（同階の離れた場所）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・垂直避難は階段・時間と体力が必要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要援護者の避難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・車椅子・寝たきり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・担架・おんぶ紐・スライディングシート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・『誰を誰がどう運ぶか』を平時に決める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・夜勤少人数シナリオで訓練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・2階以上の居室配置も再検討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地震発生時の行動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まず身を守る（机の下・頭を保護・落下物から離れる）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揺れが収まったら安否確認・被害確認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火元の確認・ガス電気の遮断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避難の判断（建物損傷・余震・火災）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管理者・多職種で情報集約、本部設置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⑥ 家族・行政・協力機関への連絡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建物内避難の判断ポイント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建物の損傷：ひび・傾き・天井落下・ガラス散乱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ライフライン：水・電気・ガスの停止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余震の可能性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利用者の状態：怪我／精神的動揺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他施設への広域避難も視野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『移動の危険 &lt; 留まる危険』の比較判断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無理に動かして怪我を増やすより、安全な区画に留まる選択肢も。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安否確認の方法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確認の対象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・利用者：名簿で怪我・意識・バイタル・不明者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・職員：出勤・被災・連絡不通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・家族：キーパーソン・第2連絡先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・行政：市町村・保健所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・協力機関：嘱託医・病院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複数の連絡手段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・電話・携帯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・災害用伝言ダイヤル 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・ウェブ 171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・LINE／メール／SNS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・安否確認システム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事例① 夜間火災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深夜2時、2階の給湯室から出火。煙感知器が作動し館内放送。夜勤者は1階1名・2階1名の計2名。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2名で全てをこなすのは無理。優先順位を決めてください。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通報／初期消火／避難誘導の役割をどう分担しますか？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応援要請の仕組み（近隣施設・職員の参集）はできていますか？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事例② 地震時の判断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震度6強が昼食時に発生。食堂でガラスが落下、利用者数名が座り込み。エレベーター停止、通信途絶、職員も動揺。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まず身を守るのと並行して、どんな声かけが有効ですか？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利用者は職員の様子を見ている — 自分ができる『落ち着き』とは？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食堂から居室へ戻すべきか、その場に留まるか、判断基準は？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事例③ 台風接近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明日午後、特別警報級の台風が直撃。施設は河川近く、浸水想定区域内。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『早めの判断』で何を前倒ししますか？（職員参集・備蓄・避難）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垂直避難・広域避難の判断をどう下しますか？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家族への状況連絡のタイミング・内容を考えてください。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備蓄の基本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量の目安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・食料・水：最低3日、推奨7日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・水は1人1日3リットル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・医薬品・常備薬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・おむつ・衛生用品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・簡易トイレ・トイレットペーパー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備えるもの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・発電機・燃料・電池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・携帯予備バッテリー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・衛星電話・トランシーバー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・カセットコンロ・ボンベ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・毛布・寝具・懐中電灯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事例④ 停電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真冬の深夜、停電が発生。暖房・医療機器・エレベーターが停止。人工呼吸器・経管栄養中の方、低体温のリスクあり。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優先すべき対応（医療機器／保温／情報）を順に挙げてください。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発電機・バッテリー電源への切り替え手順を知っていますか？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長期化した場合（24時間以上）の判断基準は？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訓練の重要性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消防法により年2回以上の避難訓練が義務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夜間・日中・少人数など多様なシナリオで実施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全職員＋可能なら利用者・家族・地域住民を巻き込む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訓練後にデブリーフィング（何ができた／できなかった）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課題を BCP に反映し、次の訓練で検証するサイクル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地域連携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近隣事業所・病院・地域包括との連携協定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町内会・自治会・消防団との関係作り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地域の防災訓練へ参加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『地域に守られる』ではなく『地域とともに動く』施設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平時の関係が災害時に命を分ける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施設の BCP の保管場所と自分の役割を知っている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避難経路・避難場所を説明できる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消火器・屋内消火栓の使い方を体験している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地震発生時の身を守る動きが言える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安否確認システム／171 の使い方を知っている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備蓄の内容・保管場所・賞味期限を把握している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夜勤少人数時の優先順位を仲間と共有している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家族への連絡フローを理解している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12月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BCP は全介護事業所で義務化。策定・研修・訓練・見直しを継続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火災の3原則：通報・初期消火・避難誘導。初動3分が勝負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地震は身を守る → 安否確認 → 建物損傷で避難判断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安否確認は複数の連絡手段を前提に（171含む）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3240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096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備蓄は最低3日、ローリングストックで回す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370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356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訓練は夜間・少人数シナリオで年2回以上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施設のBCPを開き、自分の役割とされる3項目を書き出す。② 避難経路を実際に歩いて確認する。③ 備蓄の賞味期限を1品以上チェックする。④ 災害用伝言ダイヤル 171 の使い方を家族と共有する。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12月　災害対策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