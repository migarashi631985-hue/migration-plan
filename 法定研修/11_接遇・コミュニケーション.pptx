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月の職員研修を始めます。本日のテーマは、接遇とコミュニケーションです。技術や知識がいくらあっても、利用者やご家族との関わり方が良くなければ、信頼は築けません。今日は、介護現場ならではの接遇とコミュニケーションのポイントを、一緒に学んで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接遇の5原則を挙げ、自分の関わりを振り返れること。2つ目、傾聴の基本姿勢を実践できること。3つ目、認知症の方や、難聴・失語の方とのコミュニケーションの工夫を知ること。4つ目、家族対応・電話対応・クレーム対応の基本を理解すること。5つ目、自分の癖や、無意識の言動を、振り返る視点を持つ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接遇、とは何かを確認します。ビジネスでの接客マナーが土台ですが、介護の接遇は、生活の場での日常的なコミュニケーション、が中心です。形式的な丁寧さだけでなく、相手の生活、人格、これまで歩んできた人生、を尊重する関わりが、介護の接遇です。『お客様』ではなく、『その方の生活を支える専門職』として、適切な距離感、温かい関わり、これが目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遇の5原則を確認します。1つ目、表情。利用者の前ではまず、笑顔。2つ目、挨拶。自分から、明るく、目を見て。3つ目、身だしなみ。清潔、機能的、過度な装飾は避ける。4つ目、言葉遣い。年齢にふさわしい、敬意を込めた、わかりやすい言葉。5つ目、態度・立ち居振る舞い。落ち着き、丁寧さ、利用者の目線。この5つは、技術ではなく、習慣です。毎日、意識して身につけ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言葉遣いについて、もう少し詳しく見ます。敬語の基本。尊敬語と謙譲語の使い分け。利用者には尊敬語、自分の行動には謙譲語。避けたい言葉。タメ口、命令口調、子ども扱いの言葉、ちゃん付け。わかりやすさ。専門用語ではなく、日常の言葉。ゆっくり、はっきり、結論から。肯定的な表現。『〜してください』ではなく『〜していただけますか』。言葉ひとつで、信頼関係も、不快感も、生ま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傾聴、聴くという技術について学びます。傾聴の3要素。受容、共感、自己一致。受容、相手の話を否定せずに受け止める。共感、相手の気持ちに寄り添う。自己一致、自分自身も誠実な気持ちで聴く。具体的な姿勢。相づち、うなずき、目を見る、相手のペースに合わせる、繰り返す、要約する。話す技術ではなく、聴く技術が、介護のコミュニケーションの中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言葉以外のコミュニケーション、ノンバーバル・コミュニケーションについて。メラビアンの法則によれば、コミュニケーションでの伝達割合は、言葉が7パーセント、声のトーンが38パーセント、表情・態度が55パーセント、と言われます。つまり、何を言うかよりも、どう言うか、どんな表情で接するか、が重要です。笑顔、目線の高さ、声の柔らかさ、手の動き、姿勢。言葉が苦手な利用者ほど、ノンバーバルで気持ちを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認知症の方とのコミュニケーションの工夫です。短く、はっきり、ゆっくり、1つずつ伝える。相手の世界、感情に寄り添う、否定しない。『さっき言ったでしょ』『違いますよ』は禁句。驚かせない、後ろから声をかけない。わからなくても、相手の言葉に意味があると信じて応答する。ユマニチュード、バリデーション、など、専門技法も少しずつ学んで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難聴の方、失語の方とのコミュニケーションも見ておきます。難聴の方。正面に立ち、口元が見えるように。低めの声で、はっきり、ゆっくり。大声は逆効果。補聴器の電池、調整、こまめな確認も大切。失語の方。言葉が出ない、または理解しにくい方。短い文、ジェスチャー、絵、写真の活用。イエス・ノーで答えられる質問にする。焦らせない。本人のペースを尊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朝の挨拶の場面です。新人のA職員は、忙しい朝、挨拶をしないまま居室に入り、いきなりオムツ交換を始めようとしました。利用者EEさんは、驚いて声を上げ、『何するの！』と職員の手を払いました。ケアの前の、笑顔、挨拶、声かけ、同意確認。わずか10秒の手順を省くと、利用者の心を傷つけ、次のケアも難し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否定的な言葉の事例です。認知症の利用者FFさんが、『そろそろ夕飯の支度をしないと』と毎日繰り返します。B職員は、つい『またその話ですか、ご飯はもう食べましたよ』と返してしまいました。FFさんは黙り込み、その後、笑顔が減りました。認知症の方の言葉は、過去や、本人の役割意識、心の世界を表しています。『そうですね、何を作りましょうか』『今日はゆっくりしていてくださいね』と、寄り添う返しに変え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家族への対応について整理します。家族は、施設に大切な人を預けている、という不安と感謝、両方の気持ちを抱えています。面会時には、笑顔と挨拶で迎える。本日のご様子を一言、添える。苦情・要望には、まず受け止める、否定しない、すぐに上司につなぐ。『お母様、今日もよく食べられました』『笑顔が見られました』など、ポジティブな共有を意識。家族は、施設のスタッフ全員を見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電話対応の基本です。3コール以内に出る。出られなかったら『お待たせしました』。施設名、自分の名前を名乗る。相手の名前、用件、を復唱して確認。聞き取れなかったら、『恐れ入りますが、もう一度お願いできますか』と丁寧に確認。個人情報の電話照会は、本人確認、上司確認なしには答えない。保留は30秒以内、長くなる場合は折り返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クレーム対応の事例です。ご家族から、『母の薬が変わったと聞いていない、説明してほしい』と強い口調で電話がありました。C職員は、『私はわからないので、後で連絡します』と切ろうとしました。ご家族はさらに怒りを増し、『こちらの話を聞いてくれない』と感じました。クレーム対応の基本。まず聴く、共感する、お詫びする部分はお詫びする、わからないことは正直にそう伝える、すぐに上司につなぐ、必ず折り返し時刻を約束する。『聞いてもらえた』感覚が、最初の一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応に困った場面の心構えです。理不尽な要求、暴言、暴力、長時間のクレーム電話、など。1人で抱えない。すぐに上司、看護師、相談員、施設長に連絡。感情的にならない。深呼吸、間を取る、メモを取る。記録に残す。日時、内容、対応、を客観的に。後日のフォロー、再発防止、を組織として行う。職員自身を守ることも、利用者を守ることと同じくらい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、多忙時の表情の事例です。繁忙期、D職員は険しい表情のまま、利用者の前を行き来していました。本人は『忙しいから仕方ない』と思っていましたが、利用者GGさんから、『今日は何か怒っているの？』と尋ねられました。私たちの表情は、利用者にとっては『環境』そのもの。気持ちまで取り繕えなくても、口角を意識的に上げる、目線を合わせる、声を1段やわらかくする。プロとして、表情をマネジメントする力を、身につけ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分の関わりを振り返るための、視点を紹介します。ビデオ撮影、ロールプレイ、同僚からのフィードバック、など、客観的に見る機会を作る。『無意識の癖』に気づくのは、自分1人ではむずかしい。申し送りやカンファレンスで、お互いの関わりを話題にする文化を作る。『指摘し合える』職場は、利用者にも優しい職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自己チェックに進みます。8項目について、できている、ときどき、できていない、の3段階で振り返ってください。完璧にできている人はいません。少しずつ、習慣を積み上げていきましょう。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接遇の5原則。表情、挨拶、身だしなみ、言葉遣い、態度。傾聴の3要素。受容、共感、自己一致。ノンバーバルが伝達の半分以上。表情と声のトーンを意識する。認知症の方には、否定せず、世界に寄り添う。クレームは『聴く』から始まる。1人で抱え込まず、上司につなぐ。明日からの行動として、ケア前の笑顔と声かけ、相づちと繰り返しの傾聴、忙しい時こそ表情マネジメント、この3点を意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コミュニケーションは、答えのない世界です。現場で困ったこと、難しい利用者・家族との関わり、自分の癖で気になること、何でも構いません。皆さんで知恵を出し合い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接遇・コミュニケーション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信頼を生む関わりは『表情』と『傾聴』から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実施方法：集合研修＋ロールプレイ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接遇の5原則を挙げ、自分の関わりを振り返れる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傾聴の基本姿勢を実践できる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認知症・難聴・失語の方への工夫を知る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家族対応・電話対応・クレーム対応の基本を理解する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自分の無意識の癖を振り返る視点を持つ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介護現場の『接遇』とは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ビジネスの接客マナーが土台、加えて『生活の場』の日常会話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形式的な丁寧さだけでなく、相手の生活・人格・人生への敬意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『お客様』ではなく『その方の生活を支える専門職』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適切な距離感と温かい関わり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技術ではなく『毎日の習慣』として身につける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接遇の5原則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表情：まず笑顔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挨拶：自分から、明るく、目を見て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身だしなみ：清潔・機能的・過度な装飾を避ける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言葉遣い：年齢にふさわしい敬意ある言葉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態度・立ち居振る舞い：落ち着き・丁寧さ・利用者の目線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毎朝『今日意識する1つ』を決めると習慣化しやすい。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言葉遣いのポイント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意識したいこと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・尊敬語・謙譲語の使い分け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・敬意を込めた呼称（○○さん）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・わかりやすい日常の言葉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・ゆっくり・はっきり・結論から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・『〜していただけますか』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避けたい言葉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・タメ口・命令口調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・ちゃん付け・あだ名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・『おばあちゃん／おじいちゃん』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・『ダメ』『早く』『もう…』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・専門用語の押しつけ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傾聴の3要素（ロジャーズ）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受容：相手の話を否定せずに受け止める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共感：相手の気持ちに寄り添う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自己一致：自分自身も誠実な気持ちで聴く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具体姿勢：相づち／うなずき／目を見る／繰り返し／要約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話す技術ではなく『聴く技術』が中心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ノンバーバル・コミュニケーション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メラビアンの法則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・言葉の内容：7%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・声のトーン：38%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・表情・態度：55%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何を言うかより『どう言うか』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・言葉が苦手な方ほど非言語で察する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意識したい非言語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・笑顔・口角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・目線の高さ（しゃがむ・座る）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・声の柔らかさ・速さ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・手の動き・触れ方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・姿勢・距離感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認知症の方との対話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短く・はっきり・ゆっくり・1つずつ伝える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相手の世界、感情に寄り添う／否定しない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『さっき言ったでしょ』『違いますよ』は禁句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後ろから声をかけない／驚かせない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わからなくても意味があると信じて応答する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ユマニチュード／バリデーション等の専門技法も学ぶ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難聴・失語の方との関わり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難聴の方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・正面に立ち口元を見せる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・低めの声で、はっきり、ゆっくり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・大声は逆効果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・補聴器の電池・調整を確認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・騒音の少ない場所で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失語の方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・短い文・1つの質問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・ジェスチャー／絵／写真の活用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・イエス・ノーで答えられる質問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・焦らせない／待つ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・本人のペースを尊重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事例① 朝の挨拶を省略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新人A職員は忙しい朝、挨拶をしないまま居室に入り、いきなりオムツ交換を始めようとした。利用者EEさんは驚いて声を上げ、『何するの！』と職員の手を払った。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省略してはいけなかった『10秒の手順』は何ですか？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EEさんが感じた気持ちを言葉にしてみてください。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次のケアにも影響が出る理由は何ですか？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事例② 否定の言葉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認知症の利用者FFさんが『そろそろ夕飯の支度をしないと』と毎日繰り返す。B職員は『またその話ですか、ご飯はもう食べましたよ』と返した。FFさんは黙り込み、その後笑顔が減った。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FFさんの言葉の背景にあるものは何ですか？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代わりにどう返せばよかったですか？（共感的応答）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認知症ケアでの『否定しない』理由を仲間に説明してください。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ご家族への対応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家族は『不安』と『感謝』、両方を抱えている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面会時：笑顔と挨拶／本日のご様子を一言添える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苦情・要望は、まず受け止める／否定しない／上司へつなぐ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ポジティブな共有を意識（食事・笑顔・活動）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家族はスタッフ全員を見ている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電話対応の基本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3コール以内に出る／遅れたら『お待たせしました』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施設名・自分の名前を名乗る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相手の名前・用件を復唱して確認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個人情報の電話照会は本人確認・上司確認なしには答えない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保留は30秒以内、長くなる場合は折り返し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事例③ クレーム対応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ご家族から『母の薬が変わったと聞いていない、説明してほしい』と強い口調で電話。C職員は『私はわからないので、後で連絡します』と切ろうとした。家族はさらに怒った。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C職員の対応のどこに問題がありましたか？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クレーム対応の基本（聴く・共感・お詫び・つなぐ・約束）を整理してください。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施設として『折り返し時刻の約束』をどう運用しますか？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困った場面の心構え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理不尽な要求・暴言・暴力・長時間クレーム → 1人で抱えない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上司・看護師・相談員・施設長へすぐ連絡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深呼吸・間を取る・メモを取る／感情的にならない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日時・内容・対応を客観的に記録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後日フォロー・再発防止を組織で行う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職員自身を守ることも利用者を守ること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事例④ 多忙時の表情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繁忙期、D職員は険しい表情のまま利用者の前を行き来していた。利用者GGさんから『今日は何か怒っているの？』と尋ねられた。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D職員の表情は利用者にとって何を意味しますか？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気持ちが追いつかない時に、『プロとして』整える方法を3つ挙げてください。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チームでお互いの表情を声掛けし合う仕組みを考えてください。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自分の関わりを振り返る視点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ビデオ撮影／ロールプレイ／同僚からのフィードバック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『無意識の癖』は自分1人では気づきにくい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申し送り・カンファレンスで関わりを話題にする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『指摘し合える』職場は利用者にも優しい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新人と一緒に振り返ると教育にもなる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ケア前に笑顔・挨拶・声かけ・同意確認を必ずしている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利用者を氏名＋『さん』で呼び、敬語を使っている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話を最後まで聴いている／相づちを打っている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認知症の方の言葉を否定せず受け止めている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難聴・失語の方に応じた工夫ができている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ご家族へポジティブな情報共有をしている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電話対応の基本（名乗り・復唱・本人確認）ができている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クレーム時は『聴く→上司につなぐ→折り返し約束』の順で動ける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11月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接遇の5原則：表情・挨拶・身だしなみ・言葉遣い・態度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傾聴の3要素：受容・共感・自己一致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ノンバーバルが伝達の半分以上。声と表情に注意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認知症の方には否定せず世界に寄り添う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3240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096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クレームは『聴く』から始まる。1人で抱え込まない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ケア前の笑顔・声かけ・同意確認を1週間徹底する。② 利用者の話に相づち・繰り返しを意識して聴く。③ 忙しい時こそ口角を上げ、声を1段やわらかくする。④ クレーム電話は必ず上司につなぎ、折り返し時刻を約束する。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11月　接遇・コミュニケーション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