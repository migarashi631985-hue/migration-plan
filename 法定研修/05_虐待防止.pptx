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月の職員研修を始めます。本日のテーマは、虐待の防止です。これは高齢者虐待防止法により、すべての介護事業所に実施が義務付けられている、法定研修です。みんなの介護ゆうあいの職員として、虐待のない施設を守るために、一緒に学んでまいり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高齢者虐待の5つの類型を、具体例とともに説明できること。2つ目、不適切ケア、いわゆるグレーゾーンと、虐待の違いを理解すること。3つ目、虐待を発見したときの通報義務と、その手順を知ること。4つ目、施設で虐待が起こる背景と、予防の具体策を挙げられること。5つ目、自分自身の関わりを、虐待の観点から振り返られ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高齢者虐待とは何かを確認します。高齢者虐待防止法では、高齢者の尊厳を守るために、家族による虐待と、施設・事業所の職員による虐待、この2つを対象にしています。本日は、私たち職員による、施設内虐待、これを中心に学びます。大事な前提として、虐待は、悪意のある職員だけが起こすものではありません。疲労、焦り、経験不足、人員不足など、どの職場でも起こり得る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齢者虐待には、5つの類型があります。1つ目、身体的虐待。殴る、蹴る、つねる、ベッドに縛るなど、身体に傷や痛みを与える行為。2つ目、介護・世話の放棄・放任、いわゆるネグレクト。食事を与えない、入浴させない、排泄介助をしない、など。3つ目、心理的虐待。怒鳴る、無視する、子ども扱いする、脅す、プライドを傷つけるような言葉。4つ目、性的虐待。本人の意に反した性的な行為、裸で放置するなども含みます。5つ目、経済的虐待。本人の同意なく財産を処分する、金銭を自由に使えなくする、な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身体的虐待と、ネグレクトについて、施設で起こりやすい具体例を見ておきます。身体的虐待の例。移乗介助で、腕を強く引っ張る。失禁を怒って、乱暴にオムツを替える。ベッド柵で挟んで出られなくする。ネグレクトの例。呼び出しコールを鳴らしても、わざと対応を遅らせる。入浴日に、忙しいからと、清拭だけで済ませる。排泄を長時間放置する。食事を急がせ、十分食べる前に下げる。これらは、いずれも、発覚すれば虐待と認定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残り3つの虐待の具体例です。心理的虐待。「何回言ったらわかるの」「また失敗したの」と責める。反応の遅い利用者を、他の職員の前で笑う。「施設から出ていってもらうよ」と脅す。性的虐待。羞恥心への配慮がないまま、裸で介助する。不必要に身体に触れる。浴室や居室のドアを開けたまま介助する。経済的虐待。本人の金銭で、職員が買い物をする。本人の了承なく、預かり金を使う。家族が本人の財産を勝手に処分する。家族による虐待を発見した場合も、通報義務の対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不適切ケアについて学びます。これは、虐待とまでは言い切れないけれど、質の低いケア、いわゆるグレーゾーンです。例えば、忙しいから、と、声かけをせずにケアを始める。オムツを、本人が希望する前に、一方的に交換する。返事がない利用者に、気持ちが通じないから、と声をかけなくなる。不適切ケアを放置すると、やがて虐待に発展します。大切なのは、この段階で気づき、仲間と指摘し合い、改善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怒鳴り声が止まらない場面です。認知症の利用者が、夜間に何度もコールを押し、「家に帰りたい、迎えに来て」と繰り返します。夜勤のA職員は、3回目の訪室で、つい大きな声で、「もう寝てください、何度言えばわかるんですか」と声を荒げてしまいました。他の利用者の部屋にも声が響き、翌朝、家族から「夜中に母が泣いていた」と連絡がありました。これは、心理的虐待に該当します。A職員1人の責任でしょうか。グループで、どんな背景があったか、何が予防できたか、話し合っ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の事例、身体拘束に近い場面です。転倒を繰り返す利用者に、車椅子のベルトを勝手に強めに締めた職員がいます。「本人が危ないから、家族も心配しているし」というのが理由でした。しかし、家族の同意書はなく、多職種のカンファレンスも経ていません。これは、原則として、身体拘束、つまり身体的虐待に該当します。8月の身体拘束適正化の回で詳しく学びますが、たとえ善意でも、手続きを経ない拘束は認められ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ネグレクトの事例です。寝たきりの利用者の体位変換が、忙しい夜勤帯に1度も行われませんでした。朝、皮膚に発赤ができていました。担当職員は、「他の対応で手が回らなかった」と話しています。人員不足は確かに課題ですが、ケア提供者として、最低限守るべき業務を怠った、と判断されれば、ネグレクトになります。1人で抱え込まず、早い段階で応援を呼ぶ、業務を調整する、これが予防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虐待を発見したときの通報義務について学びます。高齢者虐待防止法では、虐待を受けたと思われる高齢者を発見した人は、速やかに市町村に通報する、と定めています。『思われる』で通報してよい、というのがポイントです。確証がなくても、虐待かもしれない、と感じたら通報してください。通報したことで、通報者が不利益を受けてはいけない、と法律で保護されています。施設内での報告ルートとしては、ユニットリーダー、もしくは施設長、看護師などに、まず相談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報から対応までの流れを整理します。発見、または疑いを持った段階で、すぐに上司に相談、あるいは、直接、市町村の虐待対応窓口に通報します。市町村は、事実確認を行い、必要に応じて、立入調査、利用者の保護、事業所への指導・改善命令を出します。施設としては、事実関係の調査、再発防止計画の作成、職員への教育、を進めます。通報は、職員を責めるためではなく、利用者を守るため、そして、職場全体を守るため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なぜ虐待が起こるのでしょうか。背景要因をいくつか挙げます。職員側の要因。疲労、ストレス、燃え尽き、コミュニケーション不足、認知症ケアの知識不足。利用者側の要因。激しい暴言・暴力、繰り返されるコール、拒否、介護量の多さ。組織側の要因。人員不足、過重労働、相談できない職場風土、教育研修の不足。これらが重なったとき、虐待のリスクは一気に高まります。虐待は、職員個人の問題ではなく、組織の問題でもある、という視点が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の事例、ストレス下での言葉の問題です。繁忙期で人手が足りない日、利用者が食事中にお茶を3度こぼしました。B職員は思わず、「もう、ちゃんと持ってよ、何してるの」と、周りに聞こえる声で言ってしまいました。その場を見ていた新人職員は、「先輩がそう言うなら、あれが普通なのか」と誤学習してしまいました。B職員の一言は、本人への心理的虐待であると同時に、新人にも悪影響を与えています。忙しいときほど、一呼吸、を合言葉に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虐待を予防するために、施設として、職員として、できることを整理します。施設として。定期的な研修、相談窓口の設置、ヒヤリ事例の共有、人員配置の見直し、ストレスチェック。職員として。疲れたら休む、1人で抱え込まない、同僚のケアを互いに観察する、迷ったら相談する。利用者と職員、双方の安全を守ることが、予防の出発点です。『これ、虐待かも』と感じたら、声に出す勇気を持ち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つ目の事例、グレーゾーンの場面です。忙しい朝、食事介助中に、利用者が食べるペースが遅いため、C職員は、黙ってスプーンを口元に近づけ、口を開けたタイミングで次々と食べ物を送り込みました。利用者はむせながらも食べ切り、本人は特に文句を言いませんでした。これは虐待でしょうか、不適切ケアでしょうか。本人が意思表示しにくい、声をかけていない、ペースを無視している。明確な虐待とまでは言えなくても、不適切ケアとして、今すぐ改善すべき場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の自己チェックに進む前に、振り返り方のポイントを確認しておきます。できていない項目があっても、それは悪いことではありません。自分の関わりに、無意識の習慣がなかったか、素直に見つめることが、次の改善につながります。正解を出すチェックではなく、自分と向き合うためのチェック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自己チェックです。8つの項目について、できている、ときどき、できていない、の3段階で振り返ってください。できていない、と感じた項目があれば、それが今週の行動目標です。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虐待には5つの類型がある。身体、ネグレクト、心理、性的、経済。不適切ケアは、虐待の入り口。気づいた時点で改善する。虐待を疑ったら、確証がなくても通報してよい。通報者は法律で守られる。虐待は職員個人ではなく、組織の問題。1人で抱え込まず、仲間と相談する。明日から、声かけ、ケアの手順、そして、疲れたら休む勇気、この3点を意識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本日の研修は以上です。ご清聴ありがとうございました。質問、意見、困っていること、気になっていること、どんなことでも構いませんので、お聞かせください。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【法定必須】虐待防止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5つの類型を理解し、不適切ケアの芽を摘む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実施方法：集合研修（法定必須）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高齢者虐待の5類型を具体例とともに説明できる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不適切ケア（グレーゾーン）と虐待の違いを理解する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虐待を発見したときの通報義務と手順を知る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施設で虐待が起こる背景と予防策を挙げられる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自分の関わりを虐待の観点から振り返られる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高齢者虐待とは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高齢者虐待防止法（平成17年）で、家族による虐待と、施設・職員による虐待を対象とする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本日は『施設内虐待』（職員による虐待）を中心に学ぶ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虐待は、悪意ある職員だけが起こすものではない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疲労・焦り・経験不足・人員不足など、どの職場でも起こり得る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『うちの施設に限って』という思い込みが、発見を遅らせる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虐待ゼロの施設を維持するには、『起こり得る』という前提での備えが必要。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高齢者虐待の5つの類型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身体的虐待：殴る・蹴る・つねる・縛る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介護・世話の放棄（ネグレクト）：食事を与えない／放置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心理的虐待：怒鳴る・無視・子ども扱い・脅迫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性的虐待：意に反した性的行為・裸で放置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経済的虐待：同意なく財産処分・金銭を制限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家族による虐待を発見した場合も、通報義務の対象となる。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身体的虐待・ネグレクト　現場で起こりやすい例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身体的虐待の例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・移乗介助で腕を強く引っ張る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・失禁を怒って乱暴にオムツ交換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・ベッド柵で挟んで出られなくする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・手首をつかんで動かす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・食事を口に押し込む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ネグレクト（放棄・放任）の例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・コールを鳴らしてもわざと遅らせる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・入浴日に清拭だけで済ませる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・排泄を長時間放置する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・体位変換を飛ばす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・服薬・水分補給を怠る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心理・性的・経済的虐待の具体例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心理：「何回言ったらわかるの」「また失敗したの」と責める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心理：反応の遅い方を他職員の前で笑う／「出ていってもらうよ」と脅す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性的：羞恥心への配慮がないまま裸で介助／不必要な身体接触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性的：浴室・居室のドアを開けたまま介助する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経済：本人の金銭で職員が買い物／預かり金を無断使用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経済：家族が本人の財産を勝手に処分（家族虐待／通報対象）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不適切ケア（グレーゾーン）とは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虐待とまでは言い切れないが、質の低いケア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声かけなしでケアを始める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本人の希望より先にオムツを交換する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返事がないから、と声をかけなくなる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放置すれば必ず虐待に発展する『芽』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仲間と指摘し合い、早い段階で摘むことが重要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グレーゾーンを放置しない文化こそ、虐待ゼロの最大の予防策。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事例① 夜勤での怒鳴り声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認知症のGさんが夜間に何度もコールを押し、『家に帰りたい、迎えに来て』と繰り返す。夜勤のA職員は3回目の訪室で、つい大きな声で『もう寝てください、何度言えばわかるんですか』と声を荒げた。他の利用者の部屋にも声が響き、翌朝、家族から『夜中に母が泣いていた』と連絡があ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これは虐待に該当しますか？どの類型ですか？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A職員1人の責任と言えますか？背景に何があったでしょうか？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同じことを防ぐために、夜勤体制・申し送りをどう変えますか？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事例② ベルトでの拘束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転倒を繰り返す利用者Hさんに、職員Bが車椅子のベルトを勝手に強めに締めた。『本人が危ないから、家族も心配しているし』という理由。しかし家族の同意書はなく、多職種のカンファレンスも経てい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このベルトの使用は、どの類型にあたりますか？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『善意』なら問題ないと言えますか？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身体拘束が例外的に認められる3要件を挙げてください。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事例③ 体位変換の放置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寝たきりのIさんの体位変換が、忙しい夜勤帯に1度も行われなかった。朝、仙骨部に発赤ができていた。担当職員は『他の対応で手が回らなかった』と話している。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この出来事は虐待にあたりますか？あたる場合、どの類型ですか？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『人員不足』は免責の理由になりますか？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1人で抱え込まないための、現場の工夫を3つ挙げてください。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通報義務（高齢者虐待防止法）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虐待を『受けたと思われる』高齢者を発見した者は、速やかに市町村に通報する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確証は不要。『虐待かもしれない』と感じた段階で通報してよい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通報者は法律で保護される。不利益を受けてはならない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施設内のルート：ユニットリーダー、施設長、看護師にまず相談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直接、市町村の高齢者虐待対応窓口にも通報できる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通報は『職員を責めるため』ではなく『利用者と職場を守るため』。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通報から対応までの流れ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発見／疑い → 上司または市町村窓口へ相談・通報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市町村が事実確認（立入調査・面談）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必要に応じて利用者の保護（一時分離）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事業所への指導・改善命令・行政処分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施設は事実関係の調査・再発防止計画・職員教育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なぜ虐待は起こるのか（背景要因）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職員・利用者側の要因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・疲労／ストレス／燃え尽き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・コミュニケーション不足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・認知症ケアの知識不足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・利用者の暴言・暴力・強い拒否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・繰り返されるコール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3527999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・介護量の多さ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組織側の要因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・人員不足／過重労働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・相談できない職場風土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・教育研修の不足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・管理者のマネジメント不足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・記録・申し送りの形骸化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000" y="3527999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・振り返りの場がない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事例④ ストレス下での言葉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繁忙期で人手が足りない日、利用者Jさんが食事中にお茶を3度こぼした。B職員は『もう、ちゃんと持ってよ、何してるの』と、周りに聞こえる声で言ってしまった。その場を見ていた新人職員は『先輩がそう言うなら、あれが普通なのか』と誤学習しそうになってい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B職員の一言は、誰に、どんな影響を与えていますか？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忙しいときでも、この言葉を避けるにはどうすればよいですか？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先輩の関わりから新人は何を学ぶか、職場の教育面で考えてください。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予防策（施設と職員）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施設として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・定期研修の実施（本日のように）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・相談窓口・ホットラインの設置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・ヒヤリ事例の共有文化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・人員配置の見直し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・ストレスチェック・面談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3527999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・身体拘束ゼロの体制整備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職員として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・疲れたら休む／休憩を取る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・1人で抱え込まない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・同僚のケアを互いに観察する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・迷ったらすぐ相談する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・『これ、虐待かも』と声に出す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000" y="3527999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・新人には丁寧な言葉で関わる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事例⑤ グレーゾーンの食事介助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忙しい朝、利用者Kさんが食べるペースが遅いため、C職員は黙ってスプーンを口元に近づけ、口を開けたタイミングで次々と食べ物を送り込んだ。Kさんはむせながらも食べ切り、本人は特に文句を言わなか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これは虐待ですか？不適切ケアですか？どこが問題ですか？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『本人が文句を言わない』なら許されますか？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食事介助の基本手順に戻って、具体的に何を変えるべきですか？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自己チェックの考え方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できていない項目があっても、悪いことではない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無意識の習慣がなかったか、素直に見つめる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正解を出すチェックではなく、自分と向き合うためのチェック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できていない＝今週の行動目標、と捉える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同僚と結果を見せ合うと、気づきが深まる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忙しくても、ケア前に声かけと同意確認をしている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利用者を『ちゃん付け』やあだ名で呼んでいない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失禁や失敗を、責めたり笑ったりしていない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人員不足を理由に、ケアを手抜きしていない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体位変換・排泄介助を時間どおり行っている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身体拘束（ベルト・柵）を勝手にかけていない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同僚の気になる関わりを、見過ごしていない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疲れたと感じたら、休憩や相談を申し出ている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5月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虐待には5類型（身体・ネグレクト・心理・性的・経済）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不適切ケアは虐待の入り口。気づいた時点で改善する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『かもしれない』で通報してよい。通報者は法律で守られる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虐待は個人の問題ではなく、組織の問題でもある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忙しいときこそ、ケア前に『1つの声かけ』を徹底する。② 同僚の気になる関わりを、翌日のミーティングで話題にする。③ 自分が疲れたと感じたら、まず休憩を申し出る。④ グレーゾーンに気づいたら、記録に残して共有する。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5月　虐待防止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